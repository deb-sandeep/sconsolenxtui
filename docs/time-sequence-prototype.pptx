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89"/>
  </p:normalViewPr>
  <p:slideViewPr>
    <p:cSldViewPr snapToGrid="0">
      <p:cViewPr varScale="1">
        <p:scale>
          <a:sx n="129" d="100"/>
          <a:sy n="129" d="100"/>
        </p:scale>
        <p:origin x="166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3B1B5-AF37-84D0-BA84-FA22E1AC7F07}"/>
              </a:ext>
            </a:extLst>
          </p:cNvPr>
          <p:cNvSpPr/>
          <p:nvPr userDrawn="1"/>
        </p:nvSpPr>
        <p:spPr>
          <a:xfrm>
            <a:off x="895608" y="412297"/>
            <a:ext cx="10400784" cy="603340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5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5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CE27-EEE9-BF9B-ABB4-3DE55F6A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2AA8F77-0762-E117-CCEB-6ACD4F2BC329}"/>
              </a:ext>
            </a:extLst>
          </p:cNvPr>
          <p:cNvGrpSpPr/>
          <p:nvPr/>
        </p:nvGrpSpPr>
        <p:grpSpPr>
          <a:xfrm>
            <a:off x="895608" y="620486"/>
            <a:ext cx="10448238" cy="5805256"/>
            <a:chOff x="895608" y="408212"/>
            <a:chExt cx="10448238" cy="5805256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F97DE78-2033-BEF1-3B85-E69D409A56A1}"/>
                </a:ext>
              </a:extLst>
            </p:cNvPr>
            <p:cNvGrpSpPr/>
            <p:nvPr/>
          </p:nvGrpSpPr>
          <p:grpSpPr>
            <a:xfrm>
              <a:off x="895608" y="800100"/>
              <a:ext cx="10400784" cy="261257"/>
              <a:chOff x="895608" y="800100"/>
              <a:chExt cx="10400784" cy="261257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A558D41-C90E-30C0-E36C-FED8688B7A8B}"/>
                  </a:ext>
                </a:extLst>
              </p:cNvPr>
              <p:cNvCxnSpPr>
                <a:cxnSpLocks/>
                <a:stCxn id="136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B1AA71F-3914-CD2E-05B0-249C82E5715E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</a:t>
                </a: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BF162C0-E470-81C8-9B98-372A3332A6E6}"/>
                </a:ext>
              </a:extLst>
            </p:cNvPr>
            <p:cNvGrpSpPr/>
            <p:nvPr/>
          </p:nvGrpSpPr>
          <p:grpSpPr>
            <a:xfrm>
              <a:off x="895608" y="1061357"/>
              <a:ext cx="10400784" cy="261257"/>
              <a:chOff x="895608" y="800100"/>
              <a:chExt cx="10400784" cy="261257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AE0B947-73CF-E662-4DB5-3F51B8FB00C0}"/>
                  </a:ext>
                </a:extLst>
              </p:cNvPr>
              <p:cNvCxnSpPr>
                <a:cxnSpLocks/>
                <a:stCxn id="147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0AC786D-1619-C182-3DCE-516885453162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Q2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EC38815-8CAB-D28E-7E21-C4A76203A8C6}"/>
                </a:ext>
              </a:extLst>
            </p:cNvPr>
            <p:cNvGrpSpPr/>
            <p:nvPr/>
          </p:nvGrpSpPr>
          <p:grpSpPr>
            <a:xfrm>
              <a:off x="895608" y="1322614"/>
              <a:ext cx="10400784" cy="261257"/>
              <a:chOff x="895608" y="800100"/>
              <a:chExt cx="10400784" cy="261257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CAA22A63-F8BE-6583-CC5F-10BADE62ADAB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7202C96-0567-0EFD-13AA-9EB50EFFF04F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Q3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CCC33FD-CFB1-94D5-DEFF-7395F1FCD5B6}"/>
                </a:ext>
              </a:extLst>
            </p:cNvPr>
            <p:cNvGrpSpPr/>
            <p:nvPr/>
          </p:nvGrpSpPr>
          <p:grpSpPr>
            <a:xfrm>
              <a:off x="895608" y="1583871"/>
              <a:ext cx="10400784" cy="261257"/>
              <a:chOff x="895608" y="800100"/>
              <a:chExt cx="10400784" cy="261257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1C21F08-D146-E8AD-53BF-EF7B31E9C6AC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661FB5-9434-39DA-0FB5-ABCF902A93DB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Q4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D9C5127-141C-3E3E-2D69-ECCEC81383FA}"/>
                </a:ext>
              </a:extLst>
            </p:cNvPr>
            <p:cNvGrpSpPr/>
            <p:nvPr/>
          </p:nvGrpSpPr>
          <p:grpSpPr>
            <a:xfrm>
              <a:off x="895608" y="1845128"/>
              <a:ext cx="10400784" cy="261257"/>
              <a:chOff x="895608" y="800100"/>
              <a:chExt cx="10400784" cy="261257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160A065-CE59-697E-85AF-370F049D4BED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935BC2-6C25-CF44-F438-1310DF2D9A16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Q5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EA3A536-7661-A62E-F3E0-FF8CF0DD281E}"/>
                </a:ext>
              </a:extLst>
            </p:cNvPr>
            <p:cNvGrpSpPr/>
            <p:nvPr/>
          </p:nvGrpSpPr>
          <p:grpSpPr>
            <a:xfrm>
              <a:off x="895608" y="2106385"/>
              <a:ext cx="10400784" cy="261257"/>
              <a:chOff x="895608" y="800100"/>
              <a:chExt cx="10400784" cy="261257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925A3DC-06AC-A335-A2FE-9090610CF40C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69C26B7-A8EB-8D01-1C44-582C35DA64C8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Q6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16BC629-4600-F82B-91A9-0000F172223B}"/>
                </a:ext>
              </a:extLst>
            </p:cNvPr>
            <p:cNvGrpSpPr/>
            <p:nvPr/>
          </p:nvGrpSpPr>
          <p:grpSpPr>
            <a:xfrm>
              <a:off x="895608" y="2367642"/>
              <a:ext cx="10400784" cy="261257"/>
              <a:chOff x="895608" y="800100"/>
              <a:chExt cx="10400784" cy="26125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8849580-00D3-3CC9-EA99-BCA57C332791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9081A68-6ED2-F883-BB6D-78DB84402DF5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Q7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9E58666-25EB-67B7-EA95-7C35A84DAB90}"/>
                </a:ext>
              </a:extLst>
            </p:cNvPr>
            <p:cNvGrpSpPr/>
            <p:nvPr/>
          </p:nvGrpSpPr>
          <p:grpSpPr>
            <a:xfrm>
              <a:off x="895608" y="2628899"/>
              <a:ext cx="10400784" cy="261257"/>
              <a:chOff x="895608" y="800100"/>
              <a:chExt cx="10400784" cy="261257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8139AD1-FD02-41CA-3E49-092878527A5F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6AB707-5C23-683A-E805-3DC329F86647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Q8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782CB79-16CA-85CE-3DEB-38A52E433D16}"/>
                </a:ext>
              </a:extLst>
            </p:cNvPr>
            <p:cNvGrpSpPr/>
            <p:nvPr/>
          </p:nvGrpSpPr>
          <p:grpSpPr>
            <a:xfrm>
              <a:off x="895608" y="2890156"/>
              <a:ext cx="10400784" cy="261257"/>
              <a:chOff x="895608" y="800100"/>
              <a:chExt cx="10400784" cy="261257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37495AE-3729-4A7F-9A9D-2732BC718301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68E15AC-439C-6EE9-1F82-07A01901F83F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Q9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B93777-BB5E-EE40-05A3-17A74133A129}"/>
                </a:ext>
              </a:extLst>
            </p:cNvPr>
            <p:cNvGrpSpPr/>
            <p:nvPr/>
          </p:nvGrpSpPr>
          <p:grpSpPr>
            <a:xfrm>
              <a:off x="895608" y="3151413"/>
              <a:ext cx="10400784" cy="261257"/>
              <a:chOff x="895608" y="800100"/>
              <a:chExt cx="10400784" cy="261257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078E2AF-5A22-F3FE-CD37-0B6BD73EEC48}"/>
                  </a:ext>
                </a:extLst>
              </p:cNvPr>
              <p:cNvCxnSpPr>
                <a:cxnSpLocks/>
                <a:stCxn id="27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AC63FDA-2814-C087-3836-3D8103EC70B2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Q10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C9B9EE1-1AE5-04E4-E796-8932EA8C95DF}"/>
                </a:ext>
              </a:extLst>
            </p:cNvPr>
            <p:cNvGrpSpPr/>
            <p:nvPr/>
          </p:nvGrpSpPr>
          <p:grpSpPr>
            <a:xfrm>
              <a:off x="895608" y="3412670"/>
              <a:ext cx="10400784" cy="261257"/>
              <a:chOff x="895608" y="800100"/>
              <a:chExt cx="10400784" cy="26125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51A6683-B1C8-1B4F-C602-534F9C8D188E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7646110-00C3-8162-3B3A-2A41C12AC383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Q11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B259ED7-BC2A-7C80-5591-6E726D5B71CA}"/>
                </a:ext>
              </a:extLst>
            </p:cNvPr>
            <p:cNvGrpSpPr/>
            <p:nvPr/>
          </p:nvGrpSpPr>
          <p:grpSpPr>
            <a:xfrm>
              <a:off x="895608" y="3673927"/>
              <a:ext cx="10400784" cy="261257"/>
              <a:chOff x="895608" y="800100"/>
              <a:chExt cx="10400784" cy="26125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84B3B4B-26D0-53A6-33AC-C9F3FE6723FD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09518FA-B675-C052-9C5F-D377B4C8129B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Q12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9384493-345D-6315-5F8E-507DC71220DE}"/>
                </a:ext>
              </a:extLst>
            </p:cNvPr>
            <p:cNvGrpSpPr/>
            <p:nvPr/>
          </p:nvGrpSpPr>
          <p:grpSpPr>
            <a:xfrm>
              <a:off x="895608" y="3935184"/>
              <a:ext cx="10400784" cy="261257"/>
              <a:chOff x="895608" y="800100"/>
              <a:chExt cx="10400784" cy="261257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314B077-62B1-3B01-16E9-B3A7C6D7EB82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EF4EF3-77E4-A394-9837-DBC147E29BA9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Q13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7E2CA24-1C09-0466-3276-74FA45E7DBE4}"/>
                </a:ext>
              </a:extLst>
            </p:cNvPr>
            <p:cNvGrpSpPr/>
            <p:nvPr/>
          </p:nvGrpSpPr>
          <p:grpSpPr>
            <a:xfrm>
              <a:off x="895608" y="4196441"/>
              <a:ext cx="10400784" cy="261257"/>
              <a:chOff x="895608" y="800100"/>
              <a:chExt cx="10400784" cy="26125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EB7C59A-DF08-479E-ACF2-021F35F2CFBB}"/>
                  </a:ext>
                </a:extLst>
              </p:cNvPr>
              <p:cNvCxnSpPr>
                <a:cxnSpLocks/>
                <a:stCxn id="39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5348C08-84E1-63E7-FFAE-8E55B62F828F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Q14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12F6A31-4CC4-3B52-3398-E3951541A8C2}"/>
                </a:ext>
              </a:extLst>
            </p:cNvPr>
            <p:cNvGrpSpPr/>
            <p:nvPr/>
          </p:nvGrpSpPr>
          <p:grpSpPr>
            <a:xfrm>
              <a:off x="895608" y="4457698"/>
              <a:ext cx="10400784" cy="261257"/>
              <a:chOff x="895608" y="800100"/>
              <a:chExt cx="10400784" cy="261257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B24BFC0-F2E9-34C2-4E75-97AAEFCE3CCA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90362ED-5B0E-B572-E2C2-0848E8C897B9}"/>
                  </a:ext>
                </a:extLst>
              </p:cNvPr>
              <p:cNvSpPr/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Q15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0596E7A1-5315-9287-C49D-D633E94A7A21}"/>
                </a:ext>
              </a:extLst>
            </p:cNvPr>
            <p:cNvGrpSpPr/>
            <p:nvPr/>
          </p:nvGrpSpPr>
          <p:grpSpPr>
            <a:xfrm>
              <a:off x="2500372" y="408212"/>
              <a:ext cx="563037" cy="5788927"/>
              <a:chOff x="2385048" y="408212"/>
              <a:chExt cx="563037" cy="5788927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D41C279-32AD-A667-0EDE-0650A4139500}"/>
                  </a:ext>
                </a:extLst>
              </p:cNvPr>
              <p:cNvSpPr/>
              <p:nvPr/>
            </p:nvSpPr>
            <p:spPr>
              <a:xfrm>
                <a:off x="2385048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00:10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B729B9F2-B5D9-CEEB-4E53-3A4A14A15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51764" y="653139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472A52E2-7BAA-2C05-27F9-C6E6AC9794E9}"/>
                </a:ext>
              </a:extLst>
            </p:cNvPr>
            <p:cNvGrpSpPr/>
            <p:nvPr/>
          </p:nvGrpSpPr>
          <p:grpSpPr>
            <a:xfrm>
              <a:off x="3683292" y="408212"/>
              <a:ext cx="563037" cy="5805256"/>
              <a:chOff x="3632263" y="408212"/>
              <a:chExt cx="563037" cy="5805256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D883315-69CC-7FAD-525D-74C32355F62B}"/>
                  </a:ext>
                </a:extLst>
              </p:cNvPr>
              <p:cNvSpPr/>
              <p:nvPr/>
            </p:nvSpPr>
            <p:spPr>
              <a:xfrm>
                <a:off x="3632263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00:20</a:t>
                </a: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DC312ABE-BAE2-0B65-6FB3-CB9DB45925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8975" y="669468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7888CD8-F3C9-2912-B0CB-230DDE5AB89D}"/>
                </a:ext>
              </a:extLst>
            </p:cNvPr>
            <p:cNvGrpSpPr/>
            <p:nvPr/>
          </p:nvGrpSpPr>
          <p:grpSpPr>
            <a:xfrm>
              <a:off x="4866212" y="408212"/>
              <a:ext cx="563037" cy="5805255"/>
              <a:chOff x="4789668" y="408212"/>
              <a:chExt cx="563037" cy="5805255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A50D7C83-4854-E68A-3BF3-07CD7BBDB573}"/>
                  </a:ext>
                </a:extLst>
              </p:cNvPr>
              <p:cNvSpPr/>
              <p:nvPr/>
            </p:nvSpPr>
            <p:spPr>
              <a:xfrm>
                <a:off x="4789668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00:30</a:t>
                </a:r>
              </a:p>
            </p:txBody>
          </p: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48815991-40CA-3BBB-AEC5-EED67739C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56375" y="669467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13B917D-E752-F0DD-C95D-3697A584DCF9}"/>
                </a:ext>
              </a:extLst>
            </p:cNvPr>
            <p:cNvGrpSpPr/>
            <p:nvPr/>
          </p:nvGrpSpPr>
          <p:grpSpPr>
            <a:xfrm>
              <a:off x="6049132" y="408212"/>
              <a:ext cx="563037" cy="5805254"/>
              <a:chOff x="5955240" y="408212"/>
              <a:chExt cx="563037" cy="5805254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E861139-9024-CF21-5A35-F7DFD18D22FF}"/>
                  </a:ext>
                </a:extLst>
              </p:cNvPr>
              <p:cNvSpPr/>
              <p:nvPr/>
            </p:nvSpPr>
            <p:spPr>
              <a:xfrm>
                <a:off x="5955240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00:40</a:t>
                </a: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3E5B8D04-903C-5CFB-A999-C949F0149B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21941" y="669466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2171950-1BA1-AB7F-2288-2C9C267A251C}"/>
                </a:ext>
              </a:extLst>
            </p:cNvPr>
            <p:cNvGrpSpPr/>
            <p:nvPr/>
          </p:nvGrpSpPr>
          <p:grpSpPr>
            <a:xfrm>
              <a:off x="7232052" y="408212"/>
              <a:ext cx="563037" cy="5797089"/>
              <a:chOff x="7161632" y="408212"/>
              <a:chExt cx="563037" cy="579708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F0EADF1-F4C1-F632-D5FB-8D09BA8C452E}"/>
                  </a:ext>
                </a:extLst>
              </p:cNvPr>
              <p:cNvSpPr/>
              <p:nvPr/>
            </p:nvSpPr>
            <p:spPr>
              <a:xfrm>
                <a:off x="7161632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00:50</a:t>
                </a:r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9415D5E-6F9E-5F69-609F-F9B1B4EDB3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28326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476C5C5-80CD-842F-70A0-B4E5B45309E6}"/>
                </a:ext>
              </a:extLst>
            </p:cNvPr>
            <p:cNvGrpSpPr/>
            <p:nvPr/>
          </p:nvGrpSpPr>
          <p:grpSpPr>
            <a:xfrm>
              <a:off x="8414972" y="408212"/>
              <a:ext cx="563037" cy="5797089"/>
              <a:chOff x="8368024" y="408212"/>
              <a:chExt cx="563037" cy="5797089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3CDE3E0D-5B58-E5F9-32D2-23CEA72D0DA5}"/>
                  </a:ext>
                </a:extLst>
              </p:cNvPr>
              <p:cNvSpPr/>
              <p:nvPr/>
            </p:nvSpPr>
            <p:spPr>
              <a:xfrm>
                <a:off x="8368024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01:00</a:t>
                </a:r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94C1128F-BA05-D2C8-C69D-ACE23F573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34710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D69BCEE7-2AC7-AAB4-2F73-28A4A93CAE6F}"/>
                </a:ext>
              </a:extLst>
            </p:cNvPr>
            <p:cNvGrpSpPr/>
            <p:nvPr/>
          </p:nvGrpSpPr>
          <p:grpSpPr>
            <a:xfrm>
              <a:off x="9597892" y="408212"/>
              <a:ext cx="563037" cy="5797089"/>
              <a:chOff x="9574416" y="408212"/>
              <a:chExt cx="563037" cy="5797089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82AB7E6C-495D-DE9F-0FD6-76DA0617E127}"/>
                  </a:ext>
                </a:extLst>
              </p:cNvPr>
              <p:cNvSpPr/>
              <p:nvPr/>
            </p:nvSpPr>
            <p:spPr>
              <a:xfrm>
                <a:off x="9574416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01:10</a:t>
                </a:r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F18ED091-D673-2AF2-DCEF-6AD7FA2DD7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41093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56C9405F-0824-179C-B73C-D5F0EE73D833}"/>
                </a:ext>
              </a:extLst>
            </p:cNvPr>
            <p:cNvGrpSpPr/>
            <p:nvPr/>
          </p:nvGrpSpPr>
          <p:grpSpPr>
            <a:xfrm>
              <a:off x="10780809" y="408212"/>
              <a:ext cx="563037" cy="5797091"/>
              <a:chOff x="10780809" y="408212"/>
              <a:chExt cx="563037" cy="5797091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D809E384-F1E3-58BE-29C2-9E63946278B0}"/>
                  </a:ext>
                </a:extLst>
              </p:cNvPr>
              <p:cNvSpPr/>
              <p:nvPr/>
            </p:nvSpPr>
            <p:spPr>
              <a:xfrm>
                <a:off x="10780809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01:20</a:t>
                </a:r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137CB073-BCB8-4173-0C23-7911C39377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22703" y="661303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28F8819-98F4-32FF-BEFA-BE7513EAB397}"/>
                </a:ext>
              </a:extLst>
            </p:cNvPr>
            <p:cNvGrpSpPr/>
            <p:nvPr/>
          </p:nvGrpSpPr>
          <p:grpSpPr>
            <a:xfrm>
              <a:off x="1317452" y="408212"/>
              <a:ext cx="563037" cy="5797088"/>
              <a:chOff x="1317452" y="408212"/>
              <a:chExt cx="563037" cy="5797088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77A2ED9-43D7-0F3E-CFE2-02C0F97FACBB}"/>
                  </a:ext>
                </a:extLst>
              </p:cNvPr>
              <p:cNvSpPr/>
              <p:nvPr/>
            </p:nvSpPr>
            <p:spPr>
              <a:xfrm>
                <a:off x="1317452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00:00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ACFB58E-4154-F468-89C4-E6DBC17240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98969" y="661300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4384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5087-8127-D0D5-14A8-E83B3150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D2BD282-056F-92C5-3D4B-1E18CD86F98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5608" y="620486"/>
            <a:ext cx="10448238" cy="5805256"/>
            <a:chOff x="895608" y="408212"/>
            <a:chExt cx="10448238" cy="5805256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FC011DE-ABF2-A33E-F301-E59600FD8BB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800100"/>
              <a:ext cx="10400784" cy="261257"/>
              <a:chOff x="895608" y="800100"/>
              <a:chExt cx="10400784" cy="261257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E300246-C1C3-57AA-81ED-698B698B470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36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2E9D46C-BDA7-9441-6EF4-DD8D57171B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</a:t>
                </a: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D34799F7-17AE-7C88-EE37-0226CBEF26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1061357"/>
              <a:ext cx="10400784" cy="261257"/>
              <a:chOff x="895608" y="800100"/>
              <a:chExt cx="10400784" cy="261257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3447889C-FEB2-7E36-05BE-9E1CD184683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47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38CCC27-00D2-0FC2-BBAD-B4F1F6BEEDA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Q2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62DF576-6169-1C49-09B3-9D775C1F6BA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1322614"/>
              <a:ext cx="10400784" cy="261257"/>
              <a:chOff x="895608" y="800100"/>
              <a:chExt cx="10400784" cy="261257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1EB61E38-46FF-ECF3-DFAC-46E5FB22E60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5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8488D9-001D-8B62-0F96-D01A9B6ADB4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Q3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934AC4E-B0E6-E3A1-7964-EBBC4762668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1583871"/>
              <a:ext cx="10400784" cy="261257"/>
              <a:chOff x="895608" y="800100"/>
              <a:chExt cx="10400784" cy="261257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B9DFABA-4478-5870-675E-D52ECC8CCA0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9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EE8613-9870-A7A2-8400-F6B841BABC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Q4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87DD76-8FA3-669F-8F92-F448AA6E539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1845128"/>
              <a:ext cx="10400784" cy="261257"/>
              <a:chOff x="895608" y="800100"/>
              <a:chExt cx="10400784" cy="261257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3D9D7F5-1B3E-80C2-0D31-B826C682CDF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2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1608A5-99A0-A279-5F4A-BF7FED26A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Q5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CE1658-F2DB-2331-1309-01CC0696BD0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2106385"/>
              <a:ext cx="10400784" cy="261257"/>
              <a:chOff x="895608" y="800100"/>
              <a:chExt cx="10400784" cy="261257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20CCDE4-AA1E-A0F3-5B72-A6AE86A6298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5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5628719-D4AC-86C2-A73C-109CFA2D5A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Q6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73CFC0-4624-9FC3-EB99-1A1E89B7A9E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2367642"/>
              <a:ext cx="10400784" cy="261257"/>
              <a:chOff x="895608" y="800100"/>
              <a:chExt cx="10400784" cy="26125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8AFF608-098E-20F4-3622-062EF016D11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18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E7CB90-AEA1-CD05-63A6-ACE6605D46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Q7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8A321F3-FE23-8933-BB42-AD28D7B51C4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2628899"/>
              <a:ext cx="10400784" cy="261257"/>
              <a:chOff x="895608" y="800100"/>
              <a:chExt cx="10400784" cy="261257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BE18667-110D-CA6A-A6FC-6292192F2ED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21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218AACF-F781-ED4C-F2AF-025359C920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Q8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56C8499-F2F6-D8D7-802A-A0832A12F11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2890156"/>
              <a:ext cx="10400784" cy="261257"/>
              <a:chOff x="895608" y="800100"/>
              <a:chExt cx="10400784" cy="261257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E98D589-33EB-FFA5-B1FF-7497668F583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24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EE77C4-B38C-5FB8-4EC5-E02F96ACAF2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Q9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6A78B48-84BF-7131-BC66-B4902DBFB5F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3151413"/>
              <a:ext cx="10400784" cy="261257"/>
              <a:chOff x="895608" y="800100"/>
              <a:chExt cx="10400784" cy="261257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D60AFE8-37AE-1D5F-8202-EFBF3D413AA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27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D38F9F3-9D0A-E8FC-5908-61C47D32C8B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Q10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0D7D764-9B0F-8285-F1E6-A7063869922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3412670"/>
              <a:ext cx="10400784" cy="261257"/>
              <a:chOff x="895608" y="800100"/>
              <a:chExt cx="10400784" cy="26125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FD4E7D3-5B17-E3B7-10D2-D851326A5A2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30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178561-C77F-A36F-0760-A1ECAFE18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Q11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5C25B4E-EA4B-8FA6-50DD-CE2AD9A2D6D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3673927"/>
              <a:ext cx="10400784" cy="261257"/>
              <a:chOff x="895608" y="800100"/>
              <a:chExt cx="10400784" cy="26125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335E94C-C02E-DA5E-039A-F4C5421FA8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33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A217FB4-A68C-31F9-62A1-A0BCB3234CB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Q12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007DB96-74DF-CF03-8622-6BEA54C9E27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3935184"/>
              <a:ext cx="10400784" cy="261257"/>
              <a:chOff x="895608" y="800100"/>
              <a:chExt cx="10400784" cy="261257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D59955C-93F1-304F-FD3F-BC9180A39B5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36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1D6CE1C-E21F-C38C-EB5E-15E4BC6007B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Q13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63E88A0-2CE8-92CB-EE18-71849CE6BA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4196441"/>
              <a:ext cx="10400784" cy="261257"/>
              <a:chOff x="895608" y="800100"/>
              <a:chExt cx="10400784" cy="26125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89D2B21-8C79-5406-F258-E5D89084C63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39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CA5B972-817E-8156-C2B1-741DC0862E0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Q14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BDD0853-E505-49D0-EC01-D0DFF259DD1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5608" y="4457698"/>
              <a:ext cx="10400784" cy="261257"/>
              <a:chOff x="895608" y="800100"/>
              <a:chExt cx="10400784" cy="261257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5D8FA11-E430-C336-370F-A90A123AD3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42" idx="3"/>
              </p:cNvCxnSpPr>
              <p:nvPr/>
            </p:nvCxnSpPr>
            <p:spPr>
              <a:xfrm flipV="1">
                <a:off x="1396392" y="898072"/>
                <a:ext cx="9900000" cy="32657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BEF98AC-598F-C367-20A1-3BE7184AE63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95608" y="800100"/>
                <a:ext cx="500784" cy="26125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Q15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C2CD8F13-0CFD-6FD2-F0F9-BE5BC0DBFDC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500372" y="408212"/>
              <a:ext cx="563037" cy="5788927"/>
              <a:chOff x="2385048" y="408212"/>
              <a:chExt cx="563037" cy="5788927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C4C8429-127B-9744-32F7-88ADD461E2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5048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00:10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48C31A90-39D4-2A1C-E7EE-08F3D36CBB2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2651764" y="653139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E50F644D-7A67-B45A-441C-4D715D65717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83292" y="408212"/>
              <a:ext cx="563037" cy="5805256"/>
              <a:chOff x="3632263" y="408212"/>
              <a:chExt cx="563037" cy="5805256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B65AF07-CA51-5846-72D7-2FE177773D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32263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00:20</a:t>
                </a: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72EE468D-558E-4C7F-DDC9-005EA02EB2A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3898975" y="669468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5BE47C6F-1A40-E3D8-5D6C-D82FFEBE2DD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866212" y="408212"/>
              <a:ext cx="563037" cy="5805255"/>
              <a:chOff x="4789668" y="408212"/>
              <a:chExt cx="563037" cy="5805255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B5FA8A3-37EC-CFD3-B3E9-A65E7AE609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89668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00:30</a:t>
                </a:r>
              </a:p>
            </p:txBody>
          </p: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51AD57E7-6E81-9BB4-C651-AD0767C708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5056375" y="669467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606CF36-B0C9-3715-6F33-4869DBAF539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49132" y="408212"/>
              <a:ext cx="563037" cy="5805254"/>
              <a:chOff x="5955240" y="408212"/>
              <a:chExt cx="563037" cy="5805254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A6B18CC-2C13-FD14-5FDA-490FF73108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55240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00:40</a:t>
                </a: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587ABD4C-C527-25F5-F603-D73AD24528B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6221941" y="669466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C9DA2D8-AD6C-2F00-5121-894DEFF4E31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232052" y="408212"/>
              <a:ext cx="563037" cy="5797089"/>
              <a:chOff x="7161632" y="408212"/>
              <a:chExt cx="563037" cy="579708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BC11D5F-3A4D-5A18-C371-CEBEEBD50C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61632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00:50</a:t>
                </a:r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71AD979D-D90C-C344-DC19-18611EF65AC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7428326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8A2B85FD-4883-EE5F-8C1D-BBFEE6DA80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4972" y="408212"/>
              <a:ext cx="563037" cy="5797089"/>
              <a:chOff x="8368024" y="408212"/>
              <a:chExt cx="563037" cy="5797089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197328A-9EE8-4C9E-584A-6B4E00F7250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368024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01:00</a:t>
                </a:r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4692E6C2-45DD-DE8E-6EFD-685DA203AB3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8634710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3167450-58AA-A229-0759-1B5F94EE1BC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597892" y="408212"/>
              <a:ext cx="563037" cy="5797089"/>
              <a:chOff x="9574416" y="408212"/>
              <a:chExt cx="563037" cy="5797089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5CA1B84-115B-A600-EF69-E35876368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574416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01:10</a:t>
                </a:r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FC3CAC85-1FC4-CFA7-A207-41466D8BD66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9841093" y="661301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F3B90D9-CFB7-ACCE-ACFA-AD1ECC2EA69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780809" y="408212"/>
              <a:ext cx="563037" cy="5797091"/>
              <a:chOff x="10780809" y="408212"/>
              <a:chExt cx="563037" cy="5797091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DE091A8-4F77-E49A-8903-ECB1A35FC6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780809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01:20</a:t>
                </a:r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17AF2161-1932-B0C4-1F78-8A5F701CE8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11022703" y="661303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733FBCEE-A274-6B94-3071-A9CB0F43852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317452" y="408212"/>
              <a:ext cx="563037" cy="5797088"/>
              <a:chOff x="1317452" y="408212"/>
              <a:chExt cx="563037" cy="5797088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2EDC13B-173D-9C81-D032-5C836D39252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317452" y="408212"/>
                <a:ext cx="563037" cy="26125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00:00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8AC44F11-BAA5-C555-AEF0-0784C223CD1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1598969" y="661300"/>
                <a:ext cx="1" cy="554400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9F347A-3169-FC20-4487-FDE7D6196658}"/>
              </a:ext>
            </a:extLst>
          </p:cNvPr>
          <p:cNvCxnSpPr/>
          <p:nvPr/>
        </p:nvCxnSpPr>
        <p:spPr>
          <a:xfrm>
            <a:off x="895608" y="865413"/>
            <a:ext cx="104007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8AF341-89BD-8013-247B-2D58B4EA6F2A}"/>
              </a:ext>
            </a:extLst>
          </p:cNvPr>
          <p:cNvCxnSpPr/>
          <p:nvPr/>
        </p:nvCxnSpPr>
        <p:spPr>
          <a:xfrm>
            <a:off x="1396392" y="391886"/>
            <a:ext cx="0" cy="6106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9249DF7-0E0A-03D9-763D-9E794F3AE1A2}"/>
              </a:ext>
            </a:extLst>
          </p:cNvPr>
          <p:cNvCxnSpPr>
            <a:cxnSpLocks/>
          </p:cNvCxnSpPr>
          <p:nvPr/>
        </p:nvCxnSpPr>
        <p:spPr>
          <a:xfrm>
            <a:off x="1396392" y="620486"/>
            <a:ext cx="99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58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48</Words>
  <Application>Microsoft Macintosh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Deb</dc:creator>
  <cp:lastModifiedBy>Sandeep Deb</cp:lastModifiedBy>
  <cp:revision>16</cp:revision>
  <dcterms:created xsi:type="dcterms:W3CDTF">2026-03-27T17:45:27Z</dcterms:created>
  <dcterms:modified xsi:type="dcterms:W3CDTF">2026-03-28T07:16:45Z</dcterms:modified>
</cp:coreProperties>
</file>